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8d0a6c232b4302" /><Relationship Type="http://schemas.openxmlformats.org/officeDocument/2006/relationships/extended-properties" Target="/docProps/app.xml" Id="R88ae0e9da84c47f2" /><Relationship Type="http://schemas.openxmlformats.org/officeDocument/2006/relationships/officeDocument" Target="/ppt/presentation.xml" Id="R3233a66d58524f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87f583b5bb4ac7"/>
  </p:sldMasterIdLst>
  <p:notesMasterIdLst>
    <p:notesMasterId xmlns:r="http://schemas.openxmlformats.org/officeDocument/2006/relationships" r:id="Rac96bbf97f194328"/>
  </p:notesMasterIdLst>
  <p:sldIdLst>
    <p:sldId xmlns:r="http://schemas.openxmlformats.org/officeDocument/2006/relationships" id="256" r:id="R9526c09025be486c"/>
    <p:sldId xmlns:r="http://schemas.openxmlformats.org/officeDocument/2006/relationships" id="257" r:id="R8899188be3464c36"/>
    <p:sldId xmlns:r="http://schemas.openxmlformats.org/officeDocument/2006/relationships" id="258" r:id="Rbe84410c1fb14cd9"/>
    <p:sldId xmlns:r="http://schemas.openxmlformats.org/officeDocument/2006/relationships" id="259" r:id="Rf6159962c1784bb8"/>
    <p:sldId xmlns:r="http://schemas.openxmlformats.org/officeDocument/2006/relationships" id="260" r:id="Rc0e86577a7234aef"/>
    <p:sldId xmlns:r="http://schemas.openxmlformats.org/officeDocument/2006/relationships" id="261" r:id="R43117010130e4ec7"/>
    <p:sldId xmlns:r="http://schemas.openxmlformats.org/officeDocument/2006/relationships" id="262" r:id="Rca419976fe684420"/>
    <p:sldId xmlns:r="http://schemas.openxmlformats.org/officeDocument/2006/relationships" id="263" r:id="R61a30fea24784d03"/>
    <p:sldId xmlns:r="http://schemas.openxmlformats.org/officeDocument/2006/relationships" id="264" r:id="R7fc272ee489a4223"/>
    <p:sldId xmlns:r="http://schemas.openxmlformats.org/officeDocument/2006/relationships" id="265" r:id="Ra47f6c2e0b9847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f4ac6d692242bd" /><Relationship Type="http://schemas.openxmlformats.org/officeDocument/2006/relationships/slideMaster" Target="/ppt/slideMasters/slideMaster1.xml" Id="R9587f583b5bb4ac7" /><Relationship Type="http://schemas.openxmlformats.org/officeDocument/2006/relationships/notesMaster" Target="/ppt/notesMasters/notesMaster1.xml" Id="Rac96bbf97f194328" /><Relationship Type="http://schemas.openxmlformats.org/officeDocument/2006/relationships/presProps" Target="/ppt/presProps.xml" Id="R5bcb75eb832d4141" /><Relationship Type="http://schemas.openxmlformats.org/officeDocument/2006/relationships/tableStyles" Target="/ppt/tableStyles.xml" Id="R41ddaad3ce64464f" /><Relationship Type="http://schemas.openxmlformats.org/officeDocument/2006/relationships/slide" Target="/ppt/slides/slide1.xml" Id="R9526c09025be486c" /><Relationship Type="http://schemas.openxmlformats.org/officeDocument/2006/relationships/slide" Target="/ppt/slides/slide2.xml" Id="R8899188be3464c36" /><Relationship Type="http://schemas.openxmlformats.org/officeDocument/2006/relationships/slide" Target="/ppt/slides/slide3.xml" Id="Rbe84410c1fb14cd9" /><Relationship Type="http://schemas.openxmlformats.org/officeDocument/2006/relationships/slide" Target="/ppt/slides/slide4.xml" Id="Rf6159962c1784bb8" /><Relationship Type="http://schemas.openxmlformats.org/officeDocument/2006/relationships/slide" Target="/ppt/slides/slide5.xml" Id="Rc0e86577a7234aef" /><Relationship Type="http://schemas.openxmlformats.org/officeDocument/2006/relationships/slide" Target="/ppt/slides/slide6.xml" Id="R43117010130e4ec7" /><Relationship Type="http://schemas.openxmlformats.org/officeDocument/2006/relationships/slide" Target="/ppt/slides/slide7.xml" Id="Rca419976fe684420" /><Relationship Type="http://schemas.openxmlformats.org/officeDocument/2006/relationships/slide" Target="/ppt/slides/slide8.xml" Id="R61a30fea24784d03" /><Relationship Type="http://schemas.openxmlformats.org/officeDocument/2006/relationships/slide" Target="/ppt/slides/slide9.xml" Id="R7fc272ee489a4223" /><Relationship Type="http://schemas.openxmlformats.org/officeDocument/2006/relationships/slide" Target="/ppt/slides/slide10.xml" Id="Ra47f6c2e0b9847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201e9d64314f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0fa79e959f40ab" /><Relationship Type="http://schemas.openxmlformats.org/officeDocument/2006/relationships/notesMaster" Target="/ppt/notesMasters/notesMaster1.xml" Id="Rc26f752019624f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571da781364f8f" /><Relationship Type="http://schemas.openxmlformats.org/officeDocument/2006/relationships/notesMaster" Target="/ppt/notesMasters/notesMaster1.xml" Id="Rf07107c6641342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c891179dd54a0a" /><Relationship Type="http://schemas.openxmlformats.org/officeDocument/2006/relationships/notesMaster" Target="/ppt/notesMasters/notesMaster1.xml" Id="Rb0b0433fa1474e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2e75525552405e" /><Relationship Type="http://schemas.openxmlformats.org/officeDocument/2006/relationships/notesMaster" Target="/ppt/notesMasters/notesMaster1.xml" Id="Rbe7585651bef46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f6e26e91874639" /><Relationship Type="http://schemas.openxmlformats.org/officeDocument/2006/relationships/notesMaster" Target="/ppt/notesMasters/notesMaster1.xml" Id="Rf5ed32bd06a74e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bac8e04ed14897" /><Relationship Type="http://schemas.openxmlformats.org/officeDocument/2006/relationships/notesMaster" Target="/ppt/notesMasters/notesMaster1.xml" Id="R13a99d64853443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ed65447ede4db7" /><Relationship Type="http://schemas.openxmlformats.org/officeDocument/2006/relationships/notesMaster" Target="/ppt/notesMasters/notesMaster1.xml" Id="R3e31f791dc914d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43899b07e94f60" /><Relationship Type="http://schemas.openxmlformats.org/officeDocument/2006/relationships/notesMaster" Target="/ppt/notesMasters/notesMaster1.xml" Id="R9033158745fd47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521c7409844372" /><Relationship Type="http://schemas.openxmlformats.org/officeDocument/2006/relationships/notesMaster" Target="/ppt/notesMasters/notesMaster1.xml" Id="Rc60b0199e7d64a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83873c67ce4ed2" /><Relationship Type="http://schemas.openxmlformats.org/officeDocument/2006/relationships/notesMaster" Target="/ppt/notesMasters/notesMaster1.xml" Id="R1775e962b4ec47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README.md; invitation PDF dated 7 October 2026. Submission prepared on 8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CountryService.java, CountrySoapClient.java, CountryInfo.java, Language.java.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architecture; service classes; k8s/app.yaml; k8s/mysql.yaml. Two replicas verified in Docker Desktop.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CountryController.java, DTOs, GlobalExceptionHandler.java;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SoapTransport.java and CountrySoapClient.java. No cached or fabricated fallback is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k8s/app.yaml, k8s/mysql.yaml, application.properties, Dockerfile.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Kubernetes checks on 8 October 2026. POST via qcjs6 port 8083 returned 201 for Tanzania id 2. GET via qtlkg port 8084 returned 200 containing Kenya id 1 and Tanzania id 2. Both pods ready, zero restarts.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target/surefire-reports/TEST-*.xml inspected 8 October 2026; README.md; RequestLoggingFilter.java; application.properties. Reports total 27 tests, no failures/errors/skips.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docs/DEPLOYMENT.md. Full test suite uses development MySQL on localhost:3307 with DB_PASSWORD exported.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current limits; docs/DEPLOYMENT.md. These improvements are not claimed as implemented. Repository URL is the intended submission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d8449f8d94d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84fd6709a4d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62e8551fe4d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6f9e3779d842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92bb3a43e4b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cebfb844bf4b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976EB4-A670-44DA-B118-6856D30412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741C95-BA3A-4DB7-A433-D836C095C4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7DFBA1-8C12-4F2A-A53F-64FFD2FC10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7E650B-9781-4C58-8DE5-59D04B2AA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D4A005-0A59-4D79-859F-26AED9919F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7DE4A8-6DB5-4CFE-837E-88B770020F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4645EB-C2B8-461F-94B2-F38AE5DA89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939AEB-79D5-4AA4-B6D0-5C44B04A2F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8C8EF3-BAF2-48B9-BC94-83C9976A63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4F5685-778F-4380-96CF-C25A5C389C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ceaaa5abdd443c" /><Relationship Type="http://schemas.openxmlformats.org/officeDocument/2006/relationships/slideLayout" Target="/ppt/slideLayouts/slideLayout1.xml" Id="Rd353a5eb0b5f4280" /><Relationship Type="http://schemas.openxmlformats.org/officeDocument/2006/relationships/slideLayout" Target="/ppt/slideLayouts/slideLayout2.xml" Id="Reffbb0789d9243ed" /><Relationship Type="http://schemas.openxmlformats.org/officeDocument/2006/relationships/slideLayout" Target="/ppt/slideLayouts/slideLayout3.xml" Id="R7f435026b3bd4291" /><Relationship Type="http://schemas.openxmlformats.org/officeDocument/2006/relationships/slideLayout" Target="/ppt/slideLayouts/slideLayout4.xml" Id="Rf1d8426d9b7a4690" /><Relationship Type="http://schemas.openxmlformats.org/officeDocument/2006/relationships/slideLayout" Target="/ppt/slideLayouts/slideLayout5.xml" Id="Rb17d683f27354832" /><Relationship Type="http://schemas.openxmlformats.org/officeDocument/2006/relationships/slideLayout" Target="/ppt/slideLayouts/slideLayout6.xml" Id="R5887ed76dbec43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53a5eb0b5f4280"/>
    <p:sldLayoutId xmlns:r="http://schemas.openxmlformats.org/officeDocument/2006/relationships" id="2147483650" r:id="Reffbb0789d9243ed"/>
    <p:sldLayoutId xmlns:r="http://schemas.openxmlformats.org/officeDocument/2006/relationships" id="2147483651" r:id="R7f435026b3bd4291"/>
    <p:sldLayoutId xmlns:r="http://schemas.openxmlformats.org/officeDocument/2006/relationships" id="2147483652" r:id="Rf1d8426d9b7a4690"/>
    <p:sldLayoutId xmlns:r="http://schemas.openxmlformats.org/officeDocument/2006/relationships" id="2147483653" r:id="Rb17d683f27354832"/>
    <p:sldLayoutId xmlns:r="http://schemas.openxmlformats.org/officeDocument/2006/relationships" id="2147483654" r:id="R5887ed76dbec43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1097e0526a49e9" /><Relationship Type="http://schemas.openxmlformats.org/officeDocument/2006/relationships/notesSlide" Target="/ppt/notesSlides/notesSlide1.xml" Id="Rcc9855946f214f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006034a614a0b" /><Relationship Type="http://schemas.openxmlformats.org/officeDocument/2006/relationships/notesSlide" Target="/ppt/notesSlides/notesSlide2.xml" Id="Rd57e40b1c71c44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7484cbc494fef" /><Relationship Type="http://schemas.openxmlformats.org/officeDocument/2006/relationships/notesSlide" Target="/ppt/notesSlides/notesSlide3.xml" Id="R0b8db70166424d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c039d420b4a4e" /><Relationship Type="http://schemas.openxmlformats.org/officeDocument/2006/relationships/notesSlide" Target="/ppt/notesSlides/notesSlide4.xml" Id="R372f8703b4ac40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bf28fa1b1c4165" /><Relationship Type="http://schemas.openxmlformats.org/officeDocument/2006/relationships/notesSlide" Target="/ppt/notesSlides/notesSlide5.xml" Id="Rb56509f62e594f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458dd3c7f4461" /><Relationship Type="http://schemas.openxmlformats.org/officeDocument/2006/relationships/notesSlide" Target="/ppt/notesSlides/notesSlide6.xml" Id="R3446a774b9ec42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32c8d640ce4708" /><Relationship Type="http://schemas.openxmlformats.org/officeDocument/2006/relationships/notesSlide" Target="/ppt/notesSlides/notesSlide7.xml" Id="R2b9f58647dc043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13e6a0ec44b58" /><Relationship Type="http://schemas.openxmlformats.org/officeDocument/2006/relationships/notesSlide" Target="/ppt/notesSlides/notesSlide8.xml" Id="Rec93c35387d642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61fee00cbc4547" /><Relationship Type="http://schemas.openxmlformats.org/officeDocument/2006/relationships/notesSlide" Target="/ppt/notesSlides/notesSlide9.xml" Id="Re00dc8f8f5a941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0869e08c2f4118" /><Relationship Type="http://schemas.openxmlformats.org/officeDocument/2006/relationships/notesSlide" Target="/ppt/notesSlides/notesSlide10.xml" Id="Rc24eb97d2ec046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00EDA-70CB-4EAF-9B3D-6B0A29CA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F52EC-EF26-44D2-A634-B11299F1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C43"/>
                </a:solidFill>
                <a:latin typeface="Arial"/>
                <a:ea typeface="Arial"/>
                <a:cs typeface="Arial"/>
              </a:rPr>
              <a:t>Country Integration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A8F6D-A92E-4A39-8638-DC1AF6E8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Sam Kim  |  Country Integration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F4AFB-F70D-4E3D-B74D-04DCCB9D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F2D33-D0B1-4607-9B10-8D2312D5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32C43"/>
                </a:solidFill>
                <a:latin typeface="Arial"/>
                <a:ea typeface="Arial"/>
                <a:cs typeface="Arial"/>
              </a:rPr>
              <a:t>SOAP integration, REST CRUD and Kubernetes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83E11-F388-49AC-84D1-B88CE56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Integrations and Microservices Engineer case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6CD46-3960-44D8-A168-6D87B12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Sam Kim  |  8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590DC-8A78-4EF3-AE6F-27685ED9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Source: github.com/kimtour/country-integration-service</a:t>
            </a:r>
          </a:p>
        </p:txBody>
      </p:sp>
    </p:spTree>
    <p:extLst>
      <p:ext uri="{BB962C8B-B14F-4D97-AF65-F5344CB8AC3E}">
        <p14:creationId xmlns:p14="http://schemas.microsoft.com/office/powerpoint/2010/main" val="1431239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A8C82-6448-41EE-BD98-8C071ACF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A10BE-D03F-41AB-9BA1-627C0D54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C43"/>
                </a:solidFill>
                <a:latin typeface="Arial"/>
                <a:ea typeface="Arial"/>
                <a:cs typeface="Arial"/>
              </a:rPr>
              <a:t>A country name becomes persisted country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1948B-109B-4967-BB58-E934ED53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Sam Kim  |  Country Integration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18820-6818-4D4F-9F3B-C2B6DBAA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C9286-924C-4ADB-BF86-998378C6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Receive and normalize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A9560-7F41-419E-8F1A-978B80DD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POST /api/countries accepts {"name":"tanzania"}; the service normalizes the name.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FD8AB-4339-4F8F-AD69-B6259D76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Resolve and enrich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DF3D7-D061-481C-A6BE-9523510B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CountryISOCode resolves TZ; FullCountryInfo retrieves details and languages.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1A632-7ECA-4A1E-AE4D-79AA2348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Persist and 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7A397-06BC-4F0D-A782-DE58D732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JPA saves CountryInfo and Language in MySQL; REST endpoints read and manage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CABE7-DC1D-4F35-9057-61CA92A2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Keep components separate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A6BC8-0C04-4010-8683-10DE399C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Controller validates input; service coordinates work; SOAP client and repository handle I/O.</a:t>
            </a:r>
          </a:p>
        </p:txBody>
      </p:sp>
    </p:spTree>
    <p:extLst>
      <p:ext uri="{BB962C8B-B14F-4D97-AF65-F5344CB8AC3E}">
        <p14:creationId xmlns:p14="http://schemas.microsoft.com/office/powerpoint/2010/main" val="563170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F5DF52-00CF-4C8A-B789-984147E3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F7CC9-458E-447F-A513-00CA0CCB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C43"/>
                </a:solidFill>
                <a:latin typeface="Arial"/>
                <a:ea typeface="Arial"/>
                <a:cs typeface="Arial"/>
              </a:rPr>
              <a:t>Stateless replicas share one MySQL database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00E18-89BA-48AE-AA96-81438E36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Sam Kim  |  Country Integration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4F92A-870C-4BA5-822D-6D8C072A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D2552-8140-400B-A576-AEF165D2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971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0046C-2B68-456A-B1ED-38A95AC7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70BE7-F0F7-4B43-A929-8859E68F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885950"/>
            <a:ext cx="276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144B3-1E00-4B89-8E34-55D909AB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762125"/>
            <a:ext cx="1971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5C587-A196-4DC5-9602-1DA8CCA1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9431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1364C-7264-42CC-B868-91453A98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85950"/>
            <a:ext cx="276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92A31-313E-48A3-A3B5-99C3CC11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62125"/>
            <a:ext cx="1971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60A10-16C8-4CD1-A10F-05188B9C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431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Country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7CA21-37D7-4B3E-BC9E-2142D5D3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85950"/>
            <a:ext cx="276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7BF27-44D9-48FA-A3D9-D86293F0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762125"/>
            <a:ext cx="1971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8281B-71DF-415A-8112-5F402EF8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431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JPA repository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99B60-9D13-4649-AE30-8EB1B070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276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ABD66-04A9-4292-A5DC-80D87CE2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62125"/>
            <a:ext cx="1971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F5B51-8AD5-4D79-B7E4-F419E0EA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431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0EE4B-6A84-455E-B7A9-5741B2E0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28975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6358F8-4E80-4C50-B9C2-B3A053D0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438525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SOAP client + transport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00C5D-C4DB-4A10-BE3D-75B8E9FB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6193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66B1C-D540-4045-8D5E-A6D903AE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C43"/>
                </a:solidFill>
                <a:latin typeface="Arial"/>
                <a:ea typeface="Arial"/>
                <a:cs typeface="Arial"/>
              </a:rPr>
              <a:t>CountryISOCode → FullCountryInfo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438550-3BEC-415E-9F1E-FE617309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SOAP requests finish before the database save. Retry and breaker state stay local to each process.</a:t>
            </a:r>
          </a:p>
        </p:txBody>
      </p:sp>
    </p:spTree>
    <p:extLst>
      <p:ext uri="{BB962C8B-B14F-4D97-AF65-F5344CB8AC3E}">
        <p14:creationId xmlns:p14="http://schemas.microsoft.com/office/powerpoint/2010/main" val="995219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BE3C7-9015-4C3E-A0EB-06C78DA1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75649-6E62-4DA1-BB33-9B43C064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C43"/>
                </a:solidFill>
                <a:latin typeface="Arial"/>
                <a:ea typeface="Arial"/>
                <a:cs typeface="Arial"/>
              </a:rPr>
              <a:t>REST operations return meaningful HTTP statuses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2424E-6971-42E2-8333-5B17E6D4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Sam Kim  |  Country Integration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4A3E0-D928-42F7-BD4C-99D5F80B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77BC6-AE3E-43CC-9E89-C3616839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Create and 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64A50-8406-4816-A3A3-BF0A8ADA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POST /api/countries → 201 + Location; GET /api/countries → 200.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5B692-939E-4A11-91AD-06E31918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Read, update and delete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4134C-A989-45B5-B05E-143B459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GET and PUT /api/countries/{id} → 200; DELETE → 204.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6916D-E14D-4751-9237-4621A150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Input and persistence errors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4D4BB-46C8-4CB9-A1EA-699DC8A9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Invalid input → 400; missing country → 404; duplicate ISO code → 409.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C72C3-38EC-4F92-AF77-703A713A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Upstream failures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1DF80-8073-4ECE-906A-1C3B0B71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Invalid provider response → 502; unavailable transport → 503; timeout → 504.</a:t>
            </a:r>
          </a:p>
        </p:txBody>
      </p:sp>
    </p:spTree>
    <p:extLst>
      <p:ext uri="{BB962C8B-B14F-4D97-AF65-F5344CB8AC3E}">
        <p14:creationId xmlns:p14="http://schemas.microsoft.com/office/powerpoint/2010/main" val="3470013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15483-E132-46B3-821B-2F6E5D44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1D972-32BD-4B72-83C5-5947BE29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C43"/>
                </a:solidFill>
                <a:latin typeface="Arial"/>
                <a:ea typeface="Arial"/>
                <a:cs typeface="Arial"/>
              </a:rPr>
              <a:t>Bounded SOAP calls contain provider failures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2786D-1632-404D-AF93-48DD3B99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Sam Kim  |  Country Integration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3CD6A-3368-4F36-99A9-9989700A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F3063-B478-4B82-A855-02C5F412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Timeouts and retry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4DF18-B237-4280-B933-71C06AA7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5-second connection timeout; 8-second request timeout; at most 2 attempts, 300 ms apart.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DA95B-9916-4568-B33C-AB4B5FCD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Circuit breaker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FDB21-2A94-432E-9681-91630A88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10-call window, 5-call minimum, 50% failure threshold; open for 30 seconds.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7B762-8E47-4939-84A2-3C093ED6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Degraded 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1932E-A7AD-405B-8265-C9A3517D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Creation reports provider errors. Previously saved country reads continue through MySQL.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F6980-039B-4781-A567-DEE6B5B1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Trade-off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2460B-C56E-4EEE-8D4A-03139489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Retry increases latency; each replica has its own breaker. No SOAP cache or queue is implemented.</a:t>
            </a:r>
          </a:p>
        </p:txBody>
      </p:sp>
    </p:spTree>
    <p:extLst>
      <p:ext uri="{BB962C8B-B14F-4D97-AF65-F5344CB8AC3E}">
        <p14:creationId xmlns:p14="http://schemas.microsoft.com/office/powerpoint/2010/main" val="11993993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42D5D-A9FD-4064-A220-16C51282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D9D62-9F2A-4D65-A933-33E457DA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C43"/>
                </a:solidFill>
                <a:latin typeface="Arial"/>
                <a:ea typeface="Arial"/>
                <a:cs typeface="Arial"/>
              </a:rPr>
              <a:t>Kubernetes probes control startup and traffic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BA01C-E4EC-4AB5-B68A-752E18B6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Sam Kim  |  Country Integration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77EBC-DC1A-4075-A307-74E20B83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C58EE-CC90-4ECE-9539-20598262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D277C-AAE0-455C-9BC6-CB942DE0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2 application replicas; 1 MySQL replica; internal Services and a 2 GiB database PVC.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E6F62-24FD-427A-B49B-1CD09B69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Health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C32ED-4E7A-4D54-A37D-16DAD42C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Startup allows about 5 minutes; readiness includes the DB; liveness checks application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44EB7-B68C-4EC6-B7E6-EB7EB061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Configuration and secrets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40CDE-0B40-4749-88F6-3B95DA11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ConfigMap supplies settings; database passwords come from a Kubernetes Secret.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E608A-1947-4754-8360-1EF5C41F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Container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1C24A-9809-491B-B637-F7A04962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UID 10001, non-root, dropped capabilities; CPU/memory requests and limits.</a:t>
            </a:r>
          </a:p>
        </p:txBody>
      </p:sp>
    </p:spTree>
    <p:extLst>
      <p:ext uri="{BB962C8B-B14F-4D97-AF65-F5344CB8AC3E}">
        <p14:creationId xmlns:p14="http://schemas.microsoft.com/office/powerpoint/2010/main" val="613624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98789-4519-4A9B-BA72-7E4E6FA7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D47FF-0F74-46F4-AEB8-4B65E7FA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C43"/>
                </a:solidFill>
                <a:latin typeface="Arial"/>
                <a:ea typeface="Arial"/>
                <a:cs typeface="Arial"/>
              </a:rPr>
              <a:t>Two replicas read the same persisted country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8A15D-8329-4D67-8115-89936FC0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Sam Kim  |  Country Integration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97495-D176-422C-AADC-683F530C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D2722-C00F-45C4-88BE-20D448C8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Replica one → POST Tanzania → 201 Created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F4B3A-07C6-46F3-84F2-48199901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C43"/>
                </a:solidFill>
                <a:latin typeface="Arial"/>
                <a:ea typeface="Arial"/>
                <a:cs typeface="Arial"/>
              </a:rPr>
              <a:t>Replica two → GET countries → 200 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BAC28-A212-438D-8EA2-5B17670D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Kenya (KE, id 1) and Tanzania (TZ, id 2) returned by replica two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D954B-8E7A-47E5-8D89-505BA287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Earlier test: both app pods ready, zero restarts; two ready Service endpoints.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81369-A4E8-4F45-B07E-E431D948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Later recheck: probe timeouts triggered restarts; sustained availability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9360759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4F28E-2225-4FA7-9F1F-EFC1BCC8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77E1F-9C41-4723-B72E-69340B8D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C43"/>
                </a:solidFill>
                <a:latin typeface="Arial"/>
                <a:ea typeface="Arial"/>
                <a:cs typeface="Arial"/>
              </a:rPr>
              <a:t>27 tests passed; requests are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75AB6-33DA-4B86-8766-BEB267C7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Sam Kim  |  Country Integration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2B1E1-529C-4AEA-BF6A-C4F797A0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45157-85CE-4080-96BD-F4FCD5D9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2B378-7067-4704-A03D-60CC4904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27 tests passed: service behavior, REST validation, SOAP parsing, retries and circuit opening.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D0A95-8AB3-452A-B903-8EA72D56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Structured request logs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75A80-639F-478B-9D4C-B2E2DC42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ECS JSON includes request ID, HTTP method, path, status and elapsed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8B965-E060-4E53-B259-670C3B58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Health and 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9A02B-DD36-4961-BB88-F8DFA7C7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Actuator health and HTTP metrics verified; Prometheus-format endpoint configured.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DC425-E059-40F8-B0AF-2A269F63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Evidence limits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F22F5-9BBE-4D27-BEEA-E644337A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No load test, production tracing or monitoring dashboard was demonstrated.</a:t>
            </a:r>
          </a:p>
        </p:txBody>
      </p:sp>
    </p:spTree>
    <p:extLst>
      <p:ext uri="{BB962C8B-B14F-4D97-AF65-F5344CB8AC3E}">
        <p14:creationId xmlns:p14="http://schemas.microsoft.com/office/powerpoint/2010/main" val="18812594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8C949-3818-4346-A0C1-E14B00D9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9E438-CDE8-433F-A9A7-CCFE99B3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C43"/>
                </a:solidFill>
                <a:latin typeface="Arial"/>
                <a:ea typeface="Arial"/>
                <a:cs typeface="Arial"/>
              </a:rPr>
              <a:t>Run locally and diagnose failures systematically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44BF8-D06C-4147-9F4D-BBF4B893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Sam Kim  |  Country Integration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F03A9-5820-4F0A-943E-E3C7E8E4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2CD89-E38F-4A8C-A41F-08412BBE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Local 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D4FE9-1717-43E7-9E67-5C47E178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Copy .env.example, supply passwords, start MySQL, package with ./mvnw, then build Compose.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00477-E19F-4A21-BF62-797D639E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Kubernetes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3FD86-BC23-4B3E-ABCA-A4EFE78F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Create namespace and Secret; apply mysql.yaml; deploy app.yaml with the local image.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6A057-72B3-48D5-92EB-AF196F51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Troubleshooting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960CA-491F-45A1-AF27-CF20FC3B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Inspect pods, describe/events and logs; check DB Secret, Service endpoints and health probes.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09757-D43D-40EE-BA59-621101F9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Guides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A8FE2-CE41-4CA0-89DD-699EA02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README.md covers setup and API testing; docs/DEPLOYMENT.md covers deployment and recovery.</a:t>
            </a:r>
          </a:p>
        </p:txBody>
      </p:sp>
    </p:spTree>
    <p:extLst>
      <p:ext uri="{BB962C8B-B14F-4D97-AF65-F5344CB8AC3E}">
        <p14:creationId xmlns:p14="http://schemas.microsoft.com/office/powerpoint/2010/main" val="92335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2C64D-74B8-4A3A-8BB6-627B1B4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8A569-585B-45AE-85E6-28B0699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C43"/>
                </a:solidFill>
                <a:latin typeface="Arial"/>
                <a:ea typeface="Arial"/>
                <a:cs typeface="Arial"/>
              </a:rPr>
              <a:t>Production work remains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CAE1E-7E46-4EB0-9798-2D11C498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Sam Kim  |  Country Integration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CB45B-F9C8-4967-B8F5-6A8E6B4A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C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C64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4C27C-631D-4FFB-A12A-03F63629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Database and availability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5CE79-345D-4ED0-ACEF-ACA03648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Replace ddl-auto=update with migrations; add managed MySQL, backups and restore tests.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6C9E5-003B-459C-8B0D-FB94C352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52C03-2AB8-48CC-841A-CF94721D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Add API authentication, TLS, secret rotation and restricted management endpoints.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23F63-D870-4585-BDE8-18E81498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Scale and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5055E-D995-4247-A0F7-96D6DB40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Load test and tune resources; validate multi-node scheduling and database failover.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23E6B-3E5C-4AA2-877C-DA5F1F93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Review the 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D9FB5-2490-454C-9FAA-4F95AACE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32C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C43"/>
                </a:solidFill>
                <a:latin typeface="Arial"/>
                <a:ea typeface="Arial"/>
                <a:cs typeface="Arial"/>
              </a:rPr>
              <a:t>github.com/kimtour/country-integration-service — README and deployment guide included.</a:t>
            </a:r>
          </a:p>
        </p:txBody>
      </p:sp>
    </p:spTree>
    <p:extLst>
      <p:ext uri="{BB962C8B-B14F-4D97-AF65-F5344CB8AC3E}">
        <p14:creationId xmlns:p14="http://schemas.microsoft.com/office/powerpoint/2010/main" val="990437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2026-10-08T17:10:10.9450000Z</dcterms:created>
  <dcterms:modified xsi:type="dcterms:W3CDTF">2026-10-08T17:10:10.9450000Z</dcterms:modified>
</coreProperties>
</file>